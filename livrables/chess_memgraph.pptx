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F2044"/>
                </a:solidFill>
                <a:latin typeface="Arial"/>
              </a:rPr>
              <a:t>Distribution des ouvertures par famille ECO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Ouvertures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CC-4683-9FDF-6D1DC5D4669D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CC-4683-9FDF-6D1DC5D4669D}"/>
              </c:ext>
            </c:extLst>
          </c:dPt>
          <c:dPt>
            <c:idx val="2"/>
            <c:invertIfNegative val="0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CC-4683-9FDF-6D1DC5D4669D}"/>
              </c:ext>
            </c:extLst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CC-4683-9FDF-6D1DC5D4669D}"/>
              </c:ext>
            </c:extLst>
          </c:dPt>
          <c:dPt>
            <c:idx val="4"/>
            <c:invertIfNegative val="0"/>
            <c:bubble3D val="0"/>
            <c:spPr>
              <a:solidFill>
                <a:srgbClr val="6A1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CC-4683-9FDF-6D1DC5D466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 – Flank</c:v>
                </c:pt>
                <c:pt idx="1">
                  <c:v>B – Semi-ouvert</c:v>
                </c:pt>
                <c:pt idx="2">
                  <c:v>C – Ouvert</c:v>
                </c:pt>
                <c:pt idx="3">
                  <c:v>D – Fermé</c:v>
                </c:pt>
                <c:pt idx="4">
                  <c:v>E – Indien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30</c:v>
                </c:pt>
                <c:pt idx="2">
                  <c:v>38</c:v>
                </c:pt>
                <c:pt idx="3">
                  <c:v>21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1CC-4683-9FDF-6D1DC5D466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4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FFFFFF">
                    <a:alpha val="85000"/>
                  </a:srgbClr>
                </a:solidFill>
              </a:rPr>
              <a:t>♟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d'Ouvertures d'Échecs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Graphe NoSQL — Memgraph + Flask + vis.js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200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 Mekkaoui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NoSQL — Bases de Données Graphe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51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58568" y="42519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4251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68496" y="42519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4251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78424" y="42519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8424" y="4251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88352" y="425196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4251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1063" y="1149137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972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6216" y="1240577"/>
            <a:ext cx="6179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216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choix technologiques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109728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59" y="1234440"/>
            <a:ext cx="5143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216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technique, modèle de données graphe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13432"/>
            <a:ext cx="109728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79" y="2404872"/>
            <a:ext cx="7100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386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Graphe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Opening, relations SIMILAR_TO, Cypher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304288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13432"/>
            <a:ext cx="109728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59" y="2404872"/>
            <a:ext cx="597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2386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Échiquier interactif, CRUD, visualisation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83864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83864"/>
            <a:ext cx="109728" cy="9601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75304"/>
            <a:ext cx="71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43000" y="35570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Demo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9867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ouvertures, 1013 relations, requêtes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83864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483864"/>
            <a:ext cx="10972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575304"/>
            <a:ext cx="5143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40680" y="35570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9867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Apports du graphe vs SQL, perspectives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ouvertures d'échecs forment un réseau de relations complexes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395728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BDD relationnelles (SQL) gèrent mal les requêtes de traversée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54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30358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des variantes proches nécessite des jointures imbriquées coûteuses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69417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système interactif simple pour explorer les ouvertures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1E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7647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graphe NoSQL en mémoire, compatible Cypher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1E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450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24505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Python légère pour exposer les données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1E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1363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chess.js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31363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coups et gestion de la notation FEN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94760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1E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8221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8221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interactive du graphe dans le navigateur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 du Système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10515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Bootstrap 5 · chess.js · chessboard.js · vis.js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6576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13716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Backend (Flask)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· models.py · utils/fen_utils.py · API REST /api/*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3383280"/>
            <a:ext cx="36576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13716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Base de Données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 (NoSQL Graphe) · Protocole Bolt · Driver neo4j Python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7255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: memgraph/memgraph  ·  Port Bolt 7687  ·  Port Lab 7444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Modélisation Graphe (Memgraph)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3474720"/>
          </a:xfrm>
          <a:prstGeom prst="ellipse">
            <a:avLst/>
          </a:prstGeom>
          <a:solidFill>
            <a:srgbClr val="1565C0">
              <a:alpha val="10000"/>
            </a:srgbClr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:Opening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eco_code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moves_raw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449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variant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216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fen_normalized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2560320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423160"/>
            <a:ext cx="1828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SIMILAR_TO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77640" y="2743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famille ECO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premiers coups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12080" y="1645920"/>
            <a:ext cx="2286000" cy="2286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:Opening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similaire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4622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ouv.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57400" y="44348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4622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ouv.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4434840"/>
            <a:ext cx="365760" cy="36576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69080" y="44622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ouv.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57800" y="4434840"/>
            <a:ext cx="365760" cy="3657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4622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ouv.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4434840"/>
            <a:ext cx="365760" cy="3657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44622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ouv.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de Cypher — Exemples de Requêtes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requêtes impossibles en SQL deviennent triviales en Cypher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Toutes les variantes de la Sicilienne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99616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(o:Opening)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o.eco_code STARTS WITH 'B'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o.name, o.eco_code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o.eco_code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Ouvertures similaires (traversée de graphe)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25496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(o:Opening {eco_code: 'C97'})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-[:SIMILAR_TO*1..2]-(s)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DISTINCT s.name, s.eco_code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Chemin le plus court entre deux ouvertures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059936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p = shortestPath(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(a:Opening {eco_code:'C00'})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-[:SIMILAR_TO*]-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(b:Opening {eco_code:'D30'})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[n IN nodes(p) | n.eco_code]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9536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Fonctionnalités de l'Application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43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Échiquier Interactif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Déplacement des pièces par glisser-déposer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1865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Détection FEN en temps réel via /api/detect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Identification automatique de l'ouverture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432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Annulation de coups, retournement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109728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43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Bibliothèque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128 ouvertures ECO (A00 → E97)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1865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Recherche textuelle en temps réel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Filtres par famille ECO (A/B/C/D/E)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432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Fiches détail avec position FEN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109728" cy="17373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063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 Visualisation Graphe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502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Rendu vis.js de tous les nœuds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 couleur par famille ECO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069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Clic → infos, double-clic → détail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352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Chemin le plus court visuel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71800"/>
            <a:ext cx="109728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063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API REST + CRUD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3502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GET/POST/PUT/DELETE /api/opening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Endpoint /api/similar/&lt;id&gt;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4069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Endpoint /api/graph-data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352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Endpoint /api/stats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Résultats &amp; Démonstration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8288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importées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10515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32888" y="1051560"/>
            <a:ext cx="18288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32888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SIMILAR_TO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10515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051560"/>
            <a:ext cx="1828800" cy="109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08576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 ECO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– 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84264" y="10515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84264" y="1051560"/>
            <a:ext cx="1828800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84264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Memgraph</a:t>
            </a:r>
            <a:endParaRPr lang="en-US" sz="9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" y="2514600"/>
          <a:ext cx="8229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Graphe plutôt que le SQL ?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623560" cy="27432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Relationnel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Memgraph (Graphe)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de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+ clés étrangères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Nœuds + Relations nommées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Ouvertures similaires (k sauts)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jointures récursives — O(n^k)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*1..k — O(V+E)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 le plus court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manuel + CTE récursive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shortestPath() natif Cypher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 d'un nouveau type de 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+ migration schéma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(:A)-[:NEW]-&gt;(:B) — sans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par FEN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fen = ? — plein texte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natif sur propriété fen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91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FFFFF">
                    <a:alpha val="80000"/>
                  </a:srgbClr>
                </a:solidFill>
              </a:rPr>
              <a:t>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286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Memgraph permet de modéliser naturellement les relations entre ouvertures d'échecs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traversées de graphe (SIMILAR_TO*1..k) remplacent avantageusement les jointures 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Flask expose proprement les données pour une UI interactive complète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31012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ouvertures ECO importées, 1013 relations SIMILAR_TO créées automatiquement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9502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FEN en temps réel grâce aux index Memgraph sur les propriétés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1E3A6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902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LEADS_TO · Analyse de parties · Recommandations par IA · Export PGN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dirty="0">
                <a:solidFill>
                  <a:srgbClr val="FFFFFF">
                    <a:alpha val="85000"/>
                  </a:srgbClr>
                </a:solidFill>
              </a:rPr>
              <a:t>♟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 Mekkaoui —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NoSQL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891</Words>
  <Application>Microsoft Office PowerPoint</Application>
  <PresentationFormat>Affichage à l'écran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Gestionnaire d'Ouvertures d'Échecs — Base de Données Graphe</dc:title>
  <dc:subject>PptxGenJS Presentation</dc:subject>
  <dc:creator>Brahim Mekkaoui</dc:creator>
  <cp:lastModifiedBy>Brahim Mekkaoui</cp:lastModifiedBy>
  <cp:revision>2</cp:revision>
  <dcterms:created xsi:type="dcterms:W3CDTF">2026-05-03T22:18:56Z</dcterms:created>
  <dcterms:modified xsi:type="dcterms:W3CDTF">2026-05-03T22:30:30Z</dcterms:modified>
</cp:coreProperties>
</file>